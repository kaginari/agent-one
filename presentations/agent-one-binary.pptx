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Title. AGENT-ONE v0.3.0: a single static Go binary. Everything shown in this deck is captured from the released binary running in a demo workspace against a scripted OpenAI-compatible server.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four things the binary enforces in code. Each is proven by tests and attacked by an independent validator; the gate's shell-write blind spot and several permission bypasses were found and fixed before release.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 step the cost is the same as other harnesses: one model call. Per task it should be lower — smaller prompts, cheaper models for reading, fewer redone steps — to be measured with Harbor.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only token-consuming beat is plan. Budgets are readings, not feelings; past a budget the run checkpoints and prints a resume command.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capture: the model here is a scripted OpenAI-compatible server (the benchmark's fake vLLM), so the run is reproducible and costs nothing.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validator attacked the deny rule with eight disguises of git push; before the fix several slipped through. All hold now, with tests.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static binary, linux and macOS, amd64 and arm64. Same commands in both distributions.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honesty rule: a switched-off instrument is a finding, not silence. The ranks line, models per role and rank, the sandbox probe, the drain passes and the budgets are all readings.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While capturing this deck, the strict parser rejected two of my own config mistakes with file and line — exactly as designed.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of the five drain passes need no model at all. A verify failure keeps the old context — compaction can never lose the ask.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empty demo workspace has an empty registry, and the brief says so as a named gap rather than an empty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escalating chain: Analyst → Judge → Drafter. Each can run its own model; config refuses a chain where a later role sits on a weaker model. The session never chooses its own model — it runs on yours.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While capturing this deck, usage showed the session's calls labelled as another rank: a machine-wide agent file had been imported as the session. Found here, fixed with a regression test, released as a patch.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page at the root with tabs: Overview (the neural net beside the console, the timeline under it) · Console · Neural net · Metrics · Subagents · Memory · Toolbox · Config. A click pins an agent's card over the net. Every read is guarded to a loopback host; acts need a token. Mobile first: the phone layout on the 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graph is agent-one's own workspace: four lane coordinators, six domain owners, the zone workers and the skills they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numbers come from the validation log and CI, not estimates.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Harbor is the Terminal-Bench team's framework; the adapter is ~100 lines against its BaseInstalledAgent API.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item landed by the same ladder: each layer green on its own tests before the next starts. v0.3.0 is the current release; the CHANGELOG has the full 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Install, onboard,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monta/convention-jura/agent-one/portraits/orchestra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17236" y="822960"/>
            <a:ext cx="1554480" cy="1554480"/>
          </a:xfrm>
          <a:prstGeom prst="ellipse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0" y="2560320"/>
            <a:ext cx="12188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spc="600" kern="0" dirty="0">
                <a:solidFill>
                  <a:srgbClr val="EEF3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AGENT-ONE</a:t>
            </a:r>
            <a:endParaRPr lang="en-US" sz="5800" dirty="0"/>
          </a:p>
        </p:txBody>
      </p:sp>
      <p:sp>
        <p:nvSpPr>
          <p:cNvPr id="4" name="Text 1"/>
          <p:cNvSpPr txBox="1"/>
          <p:nvPr/>
        </p:nvSpPr>
        <p:spPr>
          <a:xfrm>
            <a:off x="0" y="352044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BD8C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Policies enforced in code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1645920" y="4114800"/>
            <a:ext cx="88971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9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Go binary where review gates, approvals, the sandbox and memory are part of the runtime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0" y="6035040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6F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v0.3.0  ·  github.com/Kaginari/agent-one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model can read a rule — and still skip it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harnesses put the policy in the prompt. Here the harness is the policy.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9496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39112"/>
            <a:ext cx="201168" cy="201168"/>
          </a:xfrm>
          <a:prstGeom prst="ellipse">
            <a:avLst/>
          </a:prstGeom>
          <a:solidFill>
            <a:srgbClr val="1F6F8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194767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review gate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404872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B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turn that changed the workspace is checked before it's called done: right author, invariants hold, work complete, doc changed with the code. The verdict is appended to log.md — even when the write came through the shell.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26480" y="1783080"/>
            <a:ext cx="539496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355080" y="2039112"/>
            <a:ext cx="201168" cy="201168"/>
          </a:xfrm>
          <a:prstGeom prst="ellipse">
            <a:avLst/>
          </a:prstGeom>
          <a:solidFill>
            <a:srgbClr val="7C5CD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675120" y="194767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approval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355080" y="2404872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B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is classified before it runs — read · write · outward · destructive. Outward and destructive ask you. Per-command rules (bash:git push*) allow, ask or deny, and hold against wrapped forms like env git push or sh -c.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023360"/>
            <a:ext cx="539496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77240" y="4279392"/>
            <a:ext cx="201168" cy="201168"/>
          </a:xfrm>
          <a:prstGeom prst="ellipse">
            <a:avLst/>
          </a:prstGeom>
          <a:solidFill>
            <a:srgbClr val="BD8C2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97280" y="418795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sandbox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4645152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B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bash is a persistent shell under bwrap: read-only filesystem except the workspace, no network unless the act was approved as outward, API keys and tokens scrubbed from the environment.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26480" y="4023360"/>
            <a:ext cx="539496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55080" y="4279392"/>
            <a:ext cx="201168" cy="201168"/>
          </a:xfrm>
          <a:prstGeom prst="ellipse">
            <a:avLst/>
          </a:prstGeom>
          <a:solidFill>
            <a:srgbClr val="C53D3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675120" y="418795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Native memory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355080" y="4645152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B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before every step, remember after. Undocumented knowledge (policy · team · domain) is surfaced and filed. When the context window fills, it is drained to memory by pointer — not summarized away.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F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AGENT-ONE ⋄ POLICIES ENFORCED IN CODE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loop as Claude Code and OpenCode — plus what they lack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model call per step. The other five beats are code: no tokens, milliseconds.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16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114800"/>
                <a:gridCol w="4599432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Code / OpenCode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Agent-one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2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calls per step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B46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— the same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the model sees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B46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history, full tool outputs, every tool schema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pointers instead of file contents; only the tools that fit the turn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Checking the work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B46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built in — the model says it's done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 per step + the review gate per turn, verdict in log.md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 full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B46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summary (lossy)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drain: mechanical passes first, one call for the undocumented and the notes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Subagents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B46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model for 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each role on its own model (cheap to read, strong to judge)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B46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retry or stop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bounded retries, then one hop up with a named gap — never a guess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F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AGENT-ONE ⋄ POLICIES ENFORCED IN CODE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EF3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model sits in the loop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beats per tool step, every beat journaled.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16636" y="2377440"/>
            <a:ext cx="1691640" cy="1463040"/>
          </a:xfrm>
          <a:prstGeom prst="roundRect">
            <a:avLst>
              <a:gd name="adj" fmla="val 7500"/>
            </a:avLst>
          </a:prstGeom>
          <a:solidFill>
            <a:srgbClr val="111A2A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6636" y="25603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EF3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perceive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08076" y="306324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budgets, context %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208276" y="278892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F6F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409444" y="2377440"/>
            <a:ext cx="1691640" cy="1463040"/>
          </a:xfrm>
          <a:prstGeom prst="roundRect">
            <a:avLst>
              <a:gd name="adj" fmla="val 7500"/>
            </a:avLst>
          </a:prstGeom>
          <a:solidFill>
            <a:srgbClr val="111A2A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409444" y="25603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EF3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2500884" y="306324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+ tool pointers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101084" y="278892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F6F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302252" y="2377440"/>
            <a:ext cx="1691640" cy="1463040"/>
          </a:xfrm>
          <a:prstGeom prst="roundRect">
            <a:avLst>
              <a:gd name="adj" fmla="val 7500"/>
            </a:avLst>
          </a:prstGeom>
          <a:solidFill>
            <a:srgbClr val="BD8C24"/>
          </a:solidFill>
          <a:ln w="12700">
            <a:solidFill>
              <a:srgbClr val="BD8C2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302252" y="25603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393692" y="306324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CALL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993892" y="278892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F6F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195060" y="2377440"/>
            <a:ext cx="1691640" cy="1463040"/>
          </a:xfrm>
          <a:prstGeom prst="roundRect">
            <a:avLst>
              <a:gd name="adj" fmla="val 7500"/>
            </a:avLst>
          </a:prstGeom>
          <a:solidFill>
            <a:srgbClr val="111A2A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195060" y="25603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EF3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286500" y="306324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chosen tool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886700" y="278892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F6F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8087868" y="2377440"/>
            <a:ext cx="1691640" cy="1463040"/>
          </a:xfrm>
          <a:prstGeom prst="roundRect">
            <a:avLst>
              <a:gd name="adj" fmla="val 7500"/>
            </a:avLst>
          </a:prstGeom>
          <a:solidFill>
            <a:srgbClr val="111A2A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087868" y="25603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EF3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8179308" y="306324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code / check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9779508" y="278892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F6F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9980676" y="2377440"/>
            <a:ext cx="1691640" cy="1463040"/>
          </a:xfrm>
          <a:prstGeom prst="roundRect">
            <a:avLst>
              <a:gd name="adj" fmla="val 7500"/>
            </a:avLst>
          </a:prstGeom>
          <a:solidFill>
            <a:srgbClr val="111A2A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980676" y="25603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EF3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record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10072116" y="306324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journal, notes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097280" y="4389120"/>
            <a:ext cx="99943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9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 the step, the model is called only by the binary's own routed work: </a:t>
            </a:r>
            <a:pPr algn="ctr" indent="0" marL="0">
              <a:buNone/>
            </a:pPr>
            <a:r>
              <a:rPr lang="en-US" sz="1500" dirty="0">
                <a:solidFill>
                  <a:srgbClr val="EEF3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gate's verdict (Judge), the drain's notes (Drafter), and each ephemeral subagent's own loop.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9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AGENT-ONE ⋄ POLICIES ENFORCED IN CODE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ask, end to end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agent-one run — classified step, the write, the report, the gate's verdict, live cost.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766560" cy="2194560"/>
          </a:xfrm>
          <a:prstGeom prst="roundRect">
            <a:avLst>
              <a:gd name="adj" fmla="val 4167"/>
            </a:avLst>
          </a:prstGeom>
          <a:solidFill>
            <a:srgbClr val="0D1117"/>
          </a:solidFill>
          <a:ln w="9525">
            <a:solidFill>
              <a:srgbClr val="2B324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828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85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agent-one run "Create hello.txt with the line: hello bench"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21408"/>
            <a:ext cx="64008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s1 bash [write] printf '%s\n' 'hello bench' &gt; hello.txt &amp;&amp; cat hello.txt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ok (17ms) wrote hello.txt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 DONE wrote hello.txt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 30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gate: Gate: n/a (no domain owners)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agent-one · vllm/fake/vllm-coder · ctx 0% (OK) · 2780 tok · $0.0006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4114800"/>
            <a:ext cx="6766560" cy="2148840"/>
          </a:xfrm>
          <a:prstGeom prst="roundRect">
            <a:avLst>
              <a:gd name="adj" fmla="val 4255"/>
            </a:avLst>
          </a:prstGeom>
          <a:solidFill>
            <a:srgbClr val="0D1117"/>
          </a:solidFill>
          <a:ln w="9525">
            <a:solidFill>
              <a:srgbClr val="2B324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31520" y="4206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85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tail .agent-one/log.md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4498848"/>
            <a:ext cx="6400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### [2026-10-11T12:12:41+02:00] orchestrator — Gate: n/a (no domain owners) —…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**Task:** Create hello.txt with the line: hello bench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**Files:** hello.txt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**Gate:** Gate: n/a (no domain owners)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**Result:** done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**Learned:** —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589520" y="1783080"/>
            <a:ext cx="40690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B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s1 bash [write]: the classifier settled the class before it ran — inside the workspace, so no prompt.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B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review gate ran on the shell write and appended its verdict to log.md.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B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and cost are live, priced from config — an unpriced model shows tokens, never a guess.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B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--json gives the same run as one JSON object for automation and benchmarks.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F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AGENT-ONE ⋄ POLICIES ENFORCED IN CODE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approval: the harness decides, not the model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scripted model tried to write outside the workspace — refused before anyone was asked.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0D1117"/>
          </a:solidFill>
          <a:ln w="9525">
            <a:solidFill>
              <a:srgbClr val="2B324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82880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85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agent-one run "Create hello.txt with the line: hello bench"   # the model aims at /app/hello.txt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21408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✗ s1 bash refused by the guard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 DONE wrote /app/hello.txt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 30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3383280"/>
            <a:ext cx="5120640" cy="2834640"/>
          </a:xfrm>
          <a:prstGeom prst="roundRect">
            <a:avLst>
              <a:gd name="adj" fmla="val 3226"/>
            </a:avLst>
          </a:prstGeom>
          <a:solidFill>
            <a:srgbClr val="0D1117"/>
          </a:solidFill>
          <a:ln w="9525">
            <a:solidFill>
              <a:srgbClr val="2B324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31520" y="34747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85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.agent-one/config.yaml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767328"/>
            <a:ext cx="47548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permissions: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rules: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{ match: "bash:git push*",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action: ask }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{ match: "bash:git push --force*",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action: deny }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tools: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webfetch: { enabled: false }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943600" y="3429000"/>
            <a:ext cx="56692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B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write that leaves the workspace is refused by the guard before any approval — scratch lives in the workspace (tools.tmpRedirect).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B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· write inside the workspace — run; the gate judges the result.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B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outward (network, outside paths, git push) · destructive — ask; with no TTY, deny and name the flag that would pre-approve.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B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specific rule wins; deny beats approval. Rules match the inner forms too: env git push, sh -c '…', git -C . push, xargs, sudo.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B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bare "allow everything" on outward is refused when config loads.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F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AGENT-ONE ⋄ POLICIES ENFORCED IN CODE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CLI, part by part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command speaks the same instruments; nothing keeps a private store.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6309360" cy="914400"/>
        </p:xfrm>
        <a:graphic>
          <a:graphicData uri="http://schemas.openxmlformats.org/drawingml/2006/table">
            <a:tbl>
              <a:tblPr/>
              <a:tblGrid>
                <a:gridCol w="2514600"/>
                <a:gridCol w="379476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2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6F8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agent-one repl (default) · dash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B46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live session in the terminal, or beside it in the browser; /theme /settings /forge /status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6F8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agent-one run "&lt;ask&gt;"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B46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ask to its end, non-interactive; --json for machines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6F8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agent-one resume · goal · review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B46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continue a session · work until a command proves it · two reviewers, one shortlist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6F8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agent-one status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B46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instrument board and the off-list — every disabled feature, and where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6F8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agent-one config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B46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 · explain · check · path · patch — every value with its origin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6F8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agent-one memory · toolbox · onto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B46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memory tiers, the two-level tool registry, the ownership graph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6F8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agent-one usage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B46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tokens and cost by agent, role, rank, model and day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6F8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agent-one forge · evolve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B46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mint the skills a run proved · the evolution queue (propose mode)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6F8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agent-one bench · selftest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B46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fixed task set on each model · every package's self-checks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6F8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agent-one board · init · install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B46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dashboard alone · found a workspace (light · medium · complex) · the policy inside Claude Code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086600" y="1691640"/>
            <a:ext cx="4572000" cy="4526280"/>
          </a:xfrm>
          <a:prstGeom prst="roundRect">
            <a:avLst>
              <a:gd name="adj" fmla="val 2020"/>
            </a:avLst>
          </a:prstGeom>
          <a:solidFill>
            <a:srgbClr val="0D1117"/>
          </a:solidFill>
          <a:ln w="9525">
            <a:solidFill>
              <a:srgbClr val="2B324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269480" y="17830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85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agent-one help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7269480" y="2075688"/>
            <a:ext cx="42062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agent-one [command] [flags]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repl      a live session (the default)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dash      a live session in the browser: prompt, the ne…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run       run one ask to its end: run [--json] [--forma…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resume    resume a session: resume &lt;id&gt; [ask]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goal      work to a goal until a command proves it: goa…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review    two reviewers on two models, one merged short…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handoff   write a handoff for a fresh session: handoff …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sessions  list the sessions of this workspace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status    every reading — models, sandbox, guard, memor…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config    config show [--yaml] | explain | check | path…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memory    the memory instrument (status, index, recall,…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toolbox   the toolbox instrument (index, brief, pick, l…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onto      the ontology (check, project, query)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evolve    the evolution queue (policy.evolution, propos…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forge     the forge working notes — the drafts subagent…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housekeep the chain policy: audit member homes and link…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F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AGENT-ONE ⋄ POLICIES ENFORCED IN CODE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status: nothing switched off is ever silent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feature can be disabled in config — and every disabled one is listed, with the file and line that did it.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4526280"/>
          </a:xfrm>
          <a:prstGeom prst="roundRect">
            <a:avLst>
              <a:gd name="adj" fmla="val 2020"/>
            </a:avLst>
          </a:prstGeom>
          <a:solidFill>
            <a:srgbClr val="0D1117"/>
          </a:solidFill>
          <a:ln w="9525">
            <a:solidFill>
              <a:srgbClr val="2B324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82880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85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agent-one status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21408"/>
            <a:ext cx="106984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 off: webfetch — disabled by tools.webfetch.enabled in ~/demo/.agent-one/config.yaml:8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ranks: orchestrator [rankSet: extend] ·  auditor (role judge) ·  coord (role drafter) ·  domain (gate, sideways, role judge)…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default  vllm/fake/vllm-coder  ~/demo/.agent-one/config.yaml:6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role analyst  vllm/fake/vllm-coder  ~/demo/.agent-one/config.yaml:6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role judge  vllm/fake/vllm-coder  ~/demo/.agent-one/config.yaml:6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role drafter  vllm/fake/vllm-coder  ~/demo/.agent-one/config.yaml:6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rank  coord → drafter vllm/fake/vllm-coder  ~/demo/.agent-one/config.yaml:6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rank  domain → judge vllm/fake/vllm-coder  ~/demo/.agent-one/config.yaml:6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rank  zone → analyst vllm/fake/vllm-coder  ~/demo/.agent-one/config.yaml:6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rank  service → judge vllm/fake/vllm-coder  ~/demo/.agent-one/config.yaml:6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rank  principal-coordinator → drafter vllm/fake/vllm-coder  ~/demo/.agent-one/config.yaml:6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rank  principal-domain-owner → judge vllm/fake/vllm-coder  ~/demo/.agent-one/config.yaml:6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rank  auditor → judge vllm/fake/vllm-coder  ~/demo/.agent-one/config.yaml:6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task  drain  vllm/fake/vllm-coder  ~/demo/.agent-one/config.yaml:6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task  gate  vllm/fake/vllm-coder  ~/demo/.agent-one/config.yaml:6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task  log  vllm/fake/vllm-coder  ~/demo/.agent-one/config.yaml:6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task  bench  vllm/fake/vllm-coder  ~/demo/.agent-one/config.yaml:6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sandbox: bwrap (/usr/bin/bwrap bubblewrap 0.4.0)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guard: 33 patterns (2 sources)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compaction: drain · passes pointerize,trimSpent,unsaid,workingNotes,episode,verify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budget session: off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budget subagent: off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F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AGENT-ONE ⋄ POLICIES ENFORCED IN CODE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EF3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Configuration: everything on, config takes away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 or JSON · seven layers · every value knows where it came from.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669280" cy="4526280"/>
          </a:xfrm>
          <a:prstGeom prst="roundRect">
            <a:avLst>
              <a:gd name="adj" fmla="val 2020"/>
            </a:avLst>
          </a:prstGeom>
          <a:solidFill>
            <a:srgbClr val="0D1117"/>
          </a:solidFill>
          <a:ln w="9525">
            <a:solidFill>
              <a:srgbClr val="2B324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8288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85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.agent-one/config.yaml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21408"/>
            <a:ext cx="53035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providers: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vllm: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type: openai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baseURL: https://vllm.internal/v1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apiKeyEnv: VLLM_API_KEY   # never a key in a file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models: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default: anthropic/claude-opus-5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roles: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analyst: anthropic/claude-haiku-4-5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judge:   anthropic/claude-opus-5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drafter:    anthropic/claude-fable-5-1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tools: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custom: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kube-pods: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run: [kubectl, get, pods, -n, "{{ns}}"]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class: outward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rules: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{ text: "Tests pass before a change lands.",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check: "go test ./..." }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6492240" y="1783080"/>
            <a:ext cx="51663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A9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Layers: defaults → ~/.config → project → project-local → env file → env → flags.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A9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explain shows every value with its origin; config patch edits keeping your comments.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A9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YAML: anything it can't parse is an error with file:line — never a silent misparse.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A9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tools: each {{param}} fills one argument — '; rm -rf /' stays a file name.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A9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Injected rules go to the prompt; rules with a check are enforced by the gate.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A9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OpenAI-compatible endpoint: vLLM, Ollama, OpenRouter — keys from env only.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9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AGENT-ONE ⋄ POLICIES ENFORCED IN CODE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Memory, native in the loop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tiers every agent has. Files are the truth; every index is derived and rebuildable.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760720" cy="1353312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93392"/>
            <a:ext cx="201168" cy="201168"/>
          </a:xfrm>
          <a:prstGeom prst="ellipse">
            <a:avLst/>
          </a:prstGeom>
          <a:solidFill>
            <a:srgbClr val="1F6F8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1901952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Short — per agent, per task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359152"/>
            <a:ext cx="53035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B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context window (measured, never guessed) · working notes (~5 live thoughts) · a semantic cache so the same question costs one search.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3218688"/>
            <a:ext cx="5760720" cy="1353312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3474720"/>
            <a:ext cx="201168" cy="201168"/>
          </a:xfrm>
          <a:prstGeom prst="ellipse">
            <a:avLst/>
          </a:prstGeom>
          <a:solidFill>
            <a:srgbClr val="7C5CD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97280" y="338328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 — durable, git is the record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840480"/>
            <a:ext cx="53035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B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Episodic: log.md · procedural: skills, commands, tools · semantic: the policy, docs, the ownership graph. Recall ranks by meaning, then by relation.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4700016"/>
            <a:ext cx="5760720" cy="1353312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77240" y="4956048"/>
            <a:ext cx="201168" cy="201168"/>
          </a:xfrm>
          <a:prstGeom prst="ellipse">
            <a:avLst/>
          </a:prstGeom>
          <a:solidFill>
            <a:srgbClr val="BD8C2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97280" y="4864608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 — across agents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5321808"/>
            <a:ext cx="53035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B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workspace's shared notes travel with git; machine-shared notes span every workspace on the machine. Undocumented knowledge (policy · team · domain) lands here before a subagent's context dies.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583680" y="1737360"/>
            <a:ext cx="5074920" cy="2103120"/>
          </a:xfrm>
          <a:prstGeom prst="roundRect">
            <a:avLst>
              <a:gd name="adj" fmla="val 4348"/>
            </a:avLst>
          </a:prstGeom>
          <a:solidFill>
            <a:srgbClr val="0D1117"/>
          </a:solidFill>
          <a:ln w="9525">
            <a:solidFill>
              <a:srgbClr val="2B324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766560" y="182880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85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agent-one memory status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6766560" y="2121408"/>
            <a:ext cx="4709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memory — demo · as orchestrator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SHORT   context @? no Claude Code transcripts for this root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working 0 note sets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cache   2 recalls cached, 4 hits  (.agent-one/memor…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    episodic 2 · procedural 0 · semantic 18  (built 202…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SHARED  workspace 0 · machine 0 · unsaid policy 0 · team 0 …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@? context window unmeasured — no Claude Code transcripts f…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583680" y="4023360"/>
            <a:ext cx="5074920" cy="2240280"/>
          </a:xfrm>
          <a:prstGeom prst="roundRect">
            <a:avLst>
              <a:gd name="adj" fmla="val 4082"/>
            </a:avLst>
          </a:prstGeom>
          <a:solidFill>
            <a:srgbClr val="10202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812280" y="4160520"/>
            <a:ext cx="4663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Compaction = a drain, not a summary</a:t>
            </a:r>
            <a:endParaRPr lang="en-US" sz="1500" dirty="0"/>
          </a:p>
          <a:p>
            <a:pPr indent="0" marL="0">
              <a:buNone/>
            </a:pPr>
            <a:r>
              <a:rPr lang="en-US" sz="1050" dirty="0">
                <a:solidFill>
                  <a:srgbClr val="A9B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pointerize: file reads become path:lines · hash</a:t>
            </a:r>
            <a:endParaRPr lang="en-US" sz="1500" dirty="0"/>
          </a:p>
          <a:p>
            <a:pPr indent="0" marL="0">
              <a:buNone/>
            </a:pPr>
            <a:r>
              <a:rPr lang="en-US" sz="1050" dirty="0">
                <a:solidFill>
                  <a:srgbClr val="A9B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trim: finished steps shrink to their journal line</a:t>
            </a:r>
            <a:endParaRPr lang="en-US" sz="1500" dirty="0"/>
          </a:p>
          <a:p>
            <a:pPr indent="0" marL="0">
              <a:buNone/>
            </a:pPr>
            <a:r>
              <a:rPr lang="en-US" sz="1050" dirty="0">
                <a:solidFill>
                  <a:srgbClr val="A9B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one call: surface the undocumented + write the notes</a:t>
            </a:r>
            <a:endParaRPr lang="en-US" sz="1500" dirty="0"/>
          </a:p>
          <a:p>
            <a:pPr indent="0" marL="0">
              <a:buNone/>
            </a:pPr>
            <a:r>
              <a:rPr lang="en-US" sz="1050" dirty="0">
                <a:solidFill>
                  <a:srgbClr val="A9B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episode: log what landed</a:t>
            </a:r>
            <a:endParaRPr lang="en-US" sz="1500" dirty="0"/>
          </a:p>
          <a:p>
            <a:pPr indent="0" marL="0">
              <a:buNone/>
            </a:pPr>
            <a:r>
              <a:rPr lang="en-US" sz="1050" dirty="0">
                <a:solidFill>
                  <a:srgbClr val="A9B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verify: ask kept, gaps kept, pointers resolve — or abort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F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AGENT-ONE ⋄ POLICIES ENFORCED IN CODE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toolbox: two levels, one budget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registry can grow without bound; the prompt does not.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93392"/>
            <a:ext cx="201168" cy="201168"/>
          </a:xfrm>
          <a:prstGeom prst="ellipse">
            <a:avLst/>
          </a:prstGeom>
          <a:solidFill>
            <a:srgbClr val="1F6F8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190195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Level 1 — the manifest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35915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B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turn gets only the entries that fit the ask and a token budget: name, one line, triggers, path, and the cost of loading it. Skills, commands, tools, agents, MCP servers — all priced.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520440"/>
            <a:ext cx="53949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3776472"/>
            <a:ext cx="201168" cy="201168"/>
          </a:xfrm>
          <a:prstGeom prst="ellipse">
            <a:avLst/>
          </a:prstGeom>
          <a:solidFill>
            <a:srgbClr val="7C5CD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97280" y="368503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Level 2 — the load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414223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B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loads a body only when it decides to use it — whole, or one section. Every load is journaled, so status reports what was loaded against what was merely offered.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5303520"/>
            <a:ext cx="53949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77240" y="5559552"/>
            <a:ext cx="201168" cy="201168"/>
          </a:xfrm>
          <a:prstGeom prst="ellipse">
            <a:avLst/>
          </a:prstGeom>
          <a:solidFill>
            <a:srgbClr val="BD8C2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97280" y="546811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Missing tool? Named, never looped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5925312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B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+ closest alternatives; a need named twice becomes a config diff you approve.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1737360"/>
            <a:ext cx="5440680" cy="2743200"/>
          </a:xfrm>
          <a:prstGeom prst="roundRect">
            <a:avLst>
              <a:gd name="adj" fmla="val 3333"/>
            </a:avLst>
          </a:prstGeom>
          <a:solidFill>
            <a:srgbClr val="0D1117"/>
          </a:solidFill>
          <a:ln w="9525">
            <a:solidFill>
              <a:srgbClr val="2B324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400800" y="182880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85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agent-one toolbox brief "add a login endpoint with tests"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2121408"/>
            <a:ext cx="50749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@TOOLS as=orchestrator k=0 cost=0/1500 — level 2 on decision on…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@? registry empty — nothing under .claude/skills, .opencode/ski…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6263640" y="4663440"/>
            <a:ext cx="5394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B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toolset (max): bash, read/ls/glob/grep, write/edit/multiedit/patch/delete, git, webfetch, websearch, ask, dispatch, plan, desk, recall/remember, toolbox, onto, skill, pulse, MCP.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B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.claude/ and .opencode/ skills, commands and agents as they are.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F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AGENT-ONE ⋄ POLICIES ENFORCED IN CODE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EF3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Roles and model routing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ranks are the default; config can add, override, or replace them all (rankSet: replace).</a:t>
            </a:r>
            <a:endParaRPr lang="en-US" sz="1400" dirty="0"/>
          </a:p>
        </p:txBody>
      </p:sp>
      <p:pic>
        <p:nvPicPr>
          <p:cNvPr id="4" name="Image 0" descr="/home/monta/convention-jura/agent-one/portraits/orchestra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1143000" cy="1143000"/>
          </a:xfrm>
          <a:prstGeom prst="ellipse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874520" y="18745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F3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Orchestrator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874520" y="22860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session: plans, decides, dispatches</a:t>
            </a:r>
            <a:endParaRPr lang="en-US" sz="1200" dirty="0"/>
          </a:p>
        </p:txBody>
      </p:sp>
      <p:pic>
        <p:nvPicPr>
          <p:cNvPr id="7" name="Image 1" descr="/home/monta/convention-jura/agent-one/portraits/coordinat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783080"/>
            <a:ext cx="1143000" cy="1143000"/>
          </a:xfrm>
          <a:prstGeom prst="ellipse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623560" y="18745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F3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Coordinator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5623560" y="22860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context; routes work across domains</a:t>
            </a:r>
            <a:endParaRPr lang="en-US" sz="1200" dirty="0"/>
          </a:p>
        </p:txBody>
      </p:sp>
      <p:pic>
        <p:nvPicPr>
          <p:cNvPr id="10" name="Image 2" descr="/home/monta/convention-jura/agent-one/portraits/domain-own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783080"/>
            <a:ext cx="1143000" cy="1143000"/>
          </a:xfrm>
          <a:prstGeom prst="ellipse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9372600" y="18745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F3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 owner</a:t>
            </a:r>
            <a:endParaRPr lang="en-US" sz="1600" dirty="0"/>
          </a:p>
        </p:txBody>
      </p:sp>
      <p:sp>
        <p:nvSpPr>
          <p:cNvPr id="12" name="Text 7"/>
          <p:cNvSpPr txBox="1"/>
          <p:nvPr/>
        </p:nvSpPr>
        <p:spPr>
          <a:xfrm>
            <a:off x="9372600" y="22860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a domain; holds the review gate</a:t>
            </a:r>
            <a:endParaRPr lang="en-US" sz="1200" dirty="0"/>
          </a:p>
        </p:txBody>
      </p:sp>
      <p:pic>
        <p:nvPicPr>
          <p:cNvPr id="13" name="Image 3" descr="/home/monta/convention-jura/agent-one/portraits/zone-work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246120"/>
            <a:ext cx="1143000" cy="1143000"/>
          </a:xfrm>
          <a:prstGeom prst="ellipse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874520" y="3337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F3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Zone worker</a:t>
            </a:r>
            <a:endParaRPr lang="en-US" sz="1600" dirty="0"/>
          </a:p>
        </p:txBody>
      </p:sp>
      <p:sp>
        <p:nvSpPr>
          <p:cNvPr id="15" name="Text 9"/>
          <p:cNvSpPr txBox="1"/>
          <p:nvPr/>
        </p:nvSpPr>
        <p:spPr>
          <a:xfrm>
            <a:off x="1874520" y="37490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one zone; authors changes</a:t>
            </a:r>
            <a:endParaRPr lang="en-US" sz="1200" dirty="0"/>
          </a:p>
        </p:txBody>
      </p:sp>
      <p:pic>
        <p:nvPicPr>
          <p:cNvPr id="16" name="Image 4" descr="/home/monta/convention-jura/agent-one/portraits/service-own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680" y="3246120"/>
            <a:ext cx="1143000" cy="1143000"/>
          </a:xfrm>
          <a:prstGeom prst="ellipse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5623560" y="3337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F3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 owner</a:t>
            </a:r>
            <a:endParaRPr lang="en-US" sz="1600" dirty="0"/>
          </a:p>
        </p:txBody>
      </p:sp>
      <p:sp>
        <p:nvSpPr>
          <p:cNvPr id="18" name="Text 11"/>
          <p:cNvSpPr txBox="1"/>
          <p:nvPr/>
        </p:nvSpPr>
        <p:spPr>
          <a:xfrm>
            <a:off x="5623560" y="37490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long-running owner of one subsystem</a:t>
            </a:r>
            <a:endParaRPr lang="en-US" sz="1200" dirty="0"/>
          </a:p>
        </p:txBody>
      </p:sp>
      <p:pic>
        <p:nvPicPr>
          <p:cNvPr id="19" name="Image 5" descr="/home/monta/convention-jura/agent-one/portraits/audito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0" y="3246120"/>
            <a:ext cx="1143000" cy="1143000"/>
          </a:xfrm>
          <a:prstGeom prst="ellipse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9372600" y="3337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F3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Auditor</a:t>
            </a:r>
            <a:endParaRPr lang="en-US" sz="1600" dirty="0"/>
          </a:p>
        </p:txBody>
      </p:sp>
      <p:sp>
        <p:nvSpPr>
          <p:cNvPr id="21" name="Text 13"/>
          <p:cNvSpPr txBox="1"/>
          <p:nvPr/>
        </p:nvSpPr>
        <p:spPr>
          <a:xfrm>
            <a:off x="9372600" y="37490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verdicts and the change log</a:t>
            </a:r>
            <a:endParaRPr lang="en-US" sz="1200" dirty="0"/>
          </a:p>
        </p:txBody>
      </p:sp>
      <p:sp>
        <p:nvSpPr>
          <p:cNvPr id="22" name="Shape 14"/>
          <p:cNvSpPr/>
          <p:nvPr/>
        </p:nvSpPr>
        <p:spPr>
          <a:xfrm>
            <a:off x="548640" y="4892040"/>
            <a:ext cx="3474720" cy="1188720"/>
          </a:xfrm>
          <a:prstGeom prst="roundRect">
            <a:avLst>
              <a:gd name="adj" fmla="val 7692"/>
            </a:avLst>
          </a:prstGeom>
          <a:solidFill>
            <a:srgbClr val="1F6F8B"/>
          </a:solidFill>
          <a:ln/>
        </p:spPr>
      </p:sp>
      <p:sp>
        <p:nvSpPr>
          <p:cNvPr id="23" name="Text 15"/>
          <p:cNvSpPr txBox="1"/>
          <p:nvPr/>
        </p:nvSpPr>
        <p:spPr>
          <a:xfrm>
            <a:off x="777240" y="500176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Analyst</a:t>
            </a:r>
            <a:endParaRPr lang="en-US" sz="1700" dirty="0"/>
          </a:p>
        </p:txBody>
      </p:sp>
      <p:sp>
        <p:nvSpPr>
          <p:cNvPr id="24" name="Text 16"/>
          <p:cNvSpPr txBox="1"/>
          <p:nvPr/>
        </p:nvSpPr>
        <p:spPr>
          <a:xfrm>
            <a:off x="777240" y="54406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— facts, file:line   →</a:t>
            </a:r>
            <a:endParaRPr lang="en-US" sz="1250" dirty="0"/>
          </a:p>
        </p:txBody>
      </p:sp>
      <p:sp>
        <p:nvSpPr>
          <p:cNvPr id="25" name="Shape 17"/>
          <p:cNvSpPr/>
          <p:nvPr/>
        </p:nvSpPr>
        <p:spPr>
          <a:xfrm>
            <a:off x="4297680" y="4892040"/>
            <a:ext cx="3474720" cy="1188720"/>
          </a:xfrm>
          <a:prstGeom prst="roundRect">
            <a:avLst>
              <a:gd name="adj" fmla="val 7692"/>
            </a:avLst>
          </a:prstGeom>
          <a:solidFill>
            <a:srgbClr val="7C5CD6"/>
          </a:solidFill>
          <a:ln/>
        </p:spPr>
      </p:sp>
      <p:sp>
        <p:nvSpPr>
          <p:cNvPr id="26" name="Text 18"/>
          <p:cNvSpPr txBox="1"/>
          <p:nvPr/>
        </p:nvSpPr>
        <p:spPr>
          <a:xfrm>
            <a:off x="4526280" y="500176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Judge</a:t>
            </a:r>
            <a:endParaRPr lang="en-US" sz="1700" dirty="0"/>
          </a:p>
        </p:txBody>
      </p:sp>
      <p:sp>
        <p:nvSpPr>
          <p:cNvPr id="27" name="Text 19"/>
          <p:cNvSpPr txBox="1"/>
          <p:nvPr/>
        </p:nvSpPr>
        <p:spPr>
          <a:xfrm>
            <a:off x="4526280" y="54406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judges — verdicts with evidence   →</a:t>
            </a:r>
            <a:endParaRPr lang="en-US" sz="1250" dirty="0"/>
          </a:p>
        </p:txBody>
      </p:sp>
      <p:sp>
        <p:nvSpPr>
          <p:cNvPr id="28" name="Shape 20"/>
          <p:cNvSpPr/>
          <p:nvPr/>
        </p:nvSpPr>
        <p:spPr>
          <a:xfrm>
            <a:off x="8046720" y="4892040"/>
            <a:ext cx="3474720" cy="1188720"/>
          </a:xfrm>
          <a:prstGeom prst="roundRect">
            <a:avLst>
              <a:gd name="adj" fmla="val 7692"/>
            </a:avLst>
          </a:prstGeom>
          <a:solidFill>
            <a:srgbClr val="BD8C24"/>
          </a:solidFill>
          <a:ln/>
        </p:spPr>
      </p:sp>
      <p:sp>
        <p:nvSpPr>
          <p:cNvPr id="29" name="Text 21"/>
          <p:cNvSpPr txBox="1"/>
          <p:nvPr/>
        </p:nvSpPr>
        <p:spPr>
          <a:xfrm>
            <a:off x="8275320" y="500176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Drafter</a:t>
            </a:r>
            <a:endParaRPr lang="en-US" sz="1700" dirty="0"/>
          </a:p>
        </p:txBody>
      </p:sp>
      <p:sp>
        <p:nvSpPr>
          <p:cNvPr id="30" name="Text 22"/>
          <p:cNvSpPr txBox="1"/>
          <p:nvPr/>
        </p:nvSpPr>
        <p:spPr>
          <a:xfrm>
            <a:off x="8275320" y="54406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— drafts, the log, notes</a:t>
            </a:r>
            <a:endParaRPr lang="en-US" sz="1250" dirty="0"/>
          </a:p>
        </p:txBody>
      </p:sp>
      <p:sp>
        <p:nvSpPr>
          <p:cNvPr id="31" name="Text 2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9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AGENT-ONE ⋄ POLICIES ENFORCED IN CODE</a:t>
            </a:r>
            <a:endParaRPr lang="en-US" sz="900" dirty="0"/>
          </a:p>
        </p:txBody>
      </p:sp>
      <p:sp>
        <p:nvSpPr>
          <p:cNvPr id="32" name="Text 24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live session: keep talking while the work runs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Ephemeral subagents run in the background; tokens and cost are an instrument.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852160" cy="2880360"/>
          </a:xfrm>
          <a:prstGeom prst="roundRect">
            <a:avLst>
              <a:gd name="adj" fmla="val 3175"/>
            </a:avLst>
          </a:prstGeom>
          <a:solidFill>
            <a:srgbClr val="0D1117"/>
          </a:solidFill>
          <a:ln w="9525">
            <a:solidFill>
              <a:srgbClr val="2B324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828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85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agent-one usage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21408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usage: 6 calls · 3 sessions · in 8100 (cache read 0, write 0) · out 2…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 agent: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orchestrator                   6 calls  in     8100  out     240  $…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 role: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—                              6 calls  in     8100  out     240  $…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 rank: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orchestrator                   6 calls  in     8100  out     240  $…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 model: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vllm/fake/vllm-coder           6 calls  in     8100  out     240  $…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 day: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2026-10-11                     6 calls  in     8100  out     240  $…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675120" y="1783080"/>
            <a:ext cx="49834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B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while a turn runs — your line reaches the agent at its next tool step; Ctrl-C interrupts.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B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/agents and a status line: every live agent's role, model, state, context %, tokens, cost.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B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/send &lt;agent&gt; talks to a running ephemeral subagent; its context dies when its report is taken.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B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journal per call, priced from config; session and subagent budgets stop honestly at the line with a resume command.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80060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session's own calls carry no role — only dispatched agents and routed calls do.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F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AGENT-ONE ⋄ POLICIES ENFORCED IN CODE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board: the workspace, seen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page on localhost · the neural net in 2D and 3D, metrics, court, memory, toolbox, config · live over SSE · eight themes shared with the terminal.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12064" y="1655064"/>
            <a:ext cx="7159752" cy="4599432"/>
          </a:xfrm>
          <a:prstGeom prst="roundRect">
            <a:avLst>
              <a:gd name="adj" fmla="val 1193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Image 0" descr="/home/monta/convention-jura/presentations/src/captures/agent-one-usa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691640"/>
            <a:ext cx="7086600" cy="45262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284464" y="1655064"/>
            <a:ext cx="3136392" cy="4599432"/>
          </a:xfrm>
          <a:prstGeom prst="roundRect">
            <a:avLst>
              <a:gd name="adj" fmla="val 1749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1" descr="/home/monta/convention-jura/presentations/src/captures/agent-one-phon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321040" y="1691640"/>
            <a:ext cx="3063240" cy="45262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F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AGENT-ONE ⋄ POLICIES ENFORCED IN CODE</a:t>
            </a:r>
            <a:endParaRPr lang="en-US" sz="900" dirty="0"/>
          </a:p>
        </p:txBody>
      </p:sp>
      <p:sp>
        <p:nvSpPr>
          <p:cNvPr id="9" name="Text 5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ownership graph, and every value with its origin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neural net draws who owns what and how work flows; Config shows each value, the layer it came from, and what it does.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12064" y="1700784"/>
            <a:ext cx="11137392" cy="2441448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Image 0" descr="/home/monta/convention-jura/presentations/src/captures/agent-one-team-cro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737360"/>
            <a:ext cx="11064240" cy="236829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12064" y="4306824"/>
            <a:ext cx="4873752" cy="1993392"/>
          </a:xfrm>
          <a:prstGeom prst="roundRect">
            <a:avLst>
              <a:gd name="adj" fmla="val 2752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1" descr="/home/monta/convention-jura/presentations/src/captures/agent-one-config-crop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48640" y="4343400"/>
            <a:ext cx="4800600" cy="19202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623560" y="4389120"/>
            <a:ext cx="59893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B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Lanes by rank; each tile four weeks of work; typed links: ground truth up to the gate holder, verdicts up to the coordinator.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B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 node: its path lights up, its card floats over the net — who it answers to, what it owns, its skills, its value.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B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key carries a line saying what it does; the off-list names every disabled feature with its file and line.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F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AGENT-ONE ⋄ POLICIES ENFORCED IN CODE</a:t>
            </a:r>
            <a:endParaRPr lang="en-US" sz="900" dirty="0"/>
          </a:p>
        </p:txBody>
      </p:sp>
      <p:sp>
        <p:nvSpPr>
          <p:cNvPr id="10" name="Text 6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EF3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Proof, not promises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measured before each release.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F6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8346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9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selftest checks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3383280" y="182880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7C5C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3383280" y="28346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9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packages, race-clean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217920" y="182880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BD8C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654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6217920" y="28346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9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functions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052560" y="182880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C53D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 / 0.0</a:t>
            </a:r>
            <a:endParaRPr lang="en-US" sz="4800" dirty="0"/>
          </a:p>
        </p:txBody>
      </p:sp>
      <p:sp>
        <p:nvSpPr>
          <p:cNvPr id="11" name="Text 9"/>
          <p:cNvSpPr txBox="1"/>
          <p:nvPr/>
        </p:nvSpPr>
        <p:spPr>
          <a:xfrm>
            <a:off x="9052560" y="28346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9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Harbor smoke: right / wrong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931920"/>
            <a:ext cx="1109167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A9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independent validator attacked the gate, the sandbox, the permission rules, symlinks, secrets and injection — before release. Running the released binaries for this deck found the rest; each fix ships with a regression test.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A9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commit: gofmt, vet, race tests, selftest, four builds, GoReleaser check and the Harbor smoke on GitHub's runners.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A9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terminal's own tests drive the real host on a scripted model: twenty runs in a row green, and the README's screens come from them.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A9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limits: providers' streaming, caching and fallbacks are tested against local fakes; live runs are free OpenRouter models.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9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AGENT-ONE ⋄ POLICIES ENFORCED IN CODE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Benchmarks under Harbor, in Docker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container per task, the agent inside, the task's own tests deciding. Every launch recorded.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0574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8745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Harbor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28600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B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 task in its own container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834640" y="1783080"/>
            <a:ext cx="20574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971800" y="18745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adapter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971800" y="228600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B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installs the static agent-one, seeds a workspace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120640" y="1783080"/>
            <a:ext cx="20574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257800" y="18745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agent-one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257800" y="228600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B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--json against any OpenAI-compatible model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406640" y="1783080"/>
            <a:ext cx="20574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43800" y="18745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verifier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543800" y="228600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B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task's tests: reward 1.0 or 0.0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692640" y="1783080"/>
            <a:ext cx="20574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829800" y="18745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runs.jsonl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9829800" y="228600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B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record → RESULTS.md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611880"/>
            <a:ext cx="1109167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B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€0 smoke on every commit: a scripted OpenAI-compatible server stands in for vLLM — right answer must score 1.0, wrong 0.0.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B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Next, at no API cost: your hosted vLLM, the same tasks, agent-one against OpenCode on the same model.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B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runs only with an API key and a hard budget per task (budgets.session.usd).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F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AGENT-ONE ⋄ POLICIES ENFORCED IN CODE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Since v0.1: what v0.2 and v0.3 delivered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roadmap of v0.1, shipped — and what grew around it.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66160" cy="3154680"/>
          </a:xfrm>
          <a:prstGeom prst="roundRect">
            <a:avLst>
              <a:gd name="adj" fmla="val 2899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93392"/>
            <a:ext cx="201168" cy="201168"/>
          </a:xfrm>
          <a:prstGeom prst="ellipse">
            <a:avLst/>
          </a:prstGeom>
          <a:solidFill>
            <a:srgbClr val="1F6F8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190195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Container runtime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359152"/>
            <a:ext cx="3108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B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--docker-agent runs the whole binary in a container: the workspace read-write, the rest read-only. A full runtime image (Go, Node, Python, build tools, Chromium) is published; the sandbox hides host processes and credentials, Seatbelt on macOS.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97680" y="1737360"/>
            <a:ext cx="3566160" cy="3154680"/>
          </a:xfrm>
          <a:prstGeom prst="roundRect">
            <a:avLst>
              <a:gd name="adj" fmla="val 2899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26280" y="1993392"/>
            <a:ext cx="201168" cy="201168"/>
          </a:xfrm>
          <a:prstGeom prst="ellipse">
            <a:avLst/>
          </a:prstGeom>
          <a:solidFill>
            <a:srgbClr val="7C5CD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846320" y="190195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 registries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526280" y="2359152"/>
            <a:ext cx="3108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B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registry: models from a gateway, tools for the toolbox, npm · pip · go logins, a private container registry — and policy private-only, which refuses a command that fetches packages from anywhere else.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46720" y="1737360"/>
            <a:ext cx="3566160" cy="3154680"/>
          </a:xfrm>
          <a:prstGeom prst="roundRect">
            <a:avLst>
              <a:gd name="adj" fmla="val 2899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75320" y="1993392"/>
            <a:ext cx="201168" cy="201168"/>
          </a:xfrm>
          <a:prstGeom prst="ellipse">
            <a:avLst/>
          </a:prstGeom>
          <a:solidFill>
            <a:srgbClr val="BD8C2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595360" y="190195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Measured, answered, healed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275320" y="2359152"/>
            <a:ext cx="3108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B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rank valued by its own job (meters on both faces); a strained agent draws the council, then relief, then evolution — split, mutate, rebirth — proven before it lands. The forge mints the skills a run proved.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1206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F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the forge's second slice (minted tools proven in the sandbox), cargo and maven logins, a token-injecting egress proxy so no secret enters the container.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F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AGENT-ONE ⋄ POLICIES ENFORCED IN CODE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monta/convention-jura/agent-one/portraits/orchestra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54396" y="1097280"/>
            <a:ext cx="1280160" cy="1280160"/>
          </a:xfrm>
          <a:prstGeom prst="ellipse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0" y="2606040"/>
            <a:ext cx="12188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EF3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AGENT-ONE v0.3.0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914400" y="361188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D8C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-fsSL https://raw.githubusercontent.com/Kaginari/agent-one/main/install.sh | sh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420624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9B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agent-one init   ·   agent-one   ·   agent-one run "…"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0" y="6035040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· linux/macOS · amd64/arm64 · github.com/Kaginari/agent-one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2026-10-11T10:14:43Z</dcterms:created>
  <dcterms:modified xsi:type="dcterms:W3CDTF">2026-10-11T10:14:43Z</dcterms:modified>
</cp:coreProperties>
</file>